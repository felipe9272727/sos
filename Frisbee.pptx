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4297680"/>
            <a:ext cx="4114800" cy="411480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62895" y="5029200"/>
            <a:ext cx="2651760" cy="2651760"/>
          </a:xfrm>
          <a:prstGeom prst="ellipse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502920"/>
            <a:ext cx="2103120" cy="210312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49240" y="822960"/>
            <a:ext cx="1463040" cy="146304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>
                <a:solidFill>
                  <a:srgbClr val="162A3A"/>
                </a:solidFill>
                <a:latin typeface="Calibri"/>
              </a:rPr>
              <a:t>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O MUNDO DO FRISBEE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C43D"/>
                </a:solidFill>
                <a:latin typeface="Calibri"/>
              </a:rPr>
              <a:t>Origem, regras, modalidades e curiosidades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Nicolas  •  Felipe  •  André  •  Lucas  •  Ruan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3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O que é o Frisbee?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6583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2A3A"/>
                </a:solidFill>
                <a:latin typeface="Calibri"/>
              </a:rPr>
              <a:t>É um esporte coletivo jogado com um disco de plástico (o frisbee). O objetivo é levar o disco até a área de pontuação do adversário usando apenas passes — ninguém pode correr segurando o disco.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657600"/>
            <a:ext cx="3383280" cy="594360"/>
          </a:xfrm>
          <a:prstGeom prst="round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👥  Equipes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3383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62A3A"/>
                </a:solidFill>
                <a:latin typeface="Calibri"/>
              </a:rPr>
              <a:t>7 jogadores
de cada lado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65760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3657600"/>
            <a:ext cx="3383280" cy="594360"/>
          </a:xfrm>
          <a:prstGeom prst="round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🎯  Objetivo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389120"/>
            <a:ext cx="3383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62A3A"/>
                </a:solidFill>
                <a:latin typeface="Calibri"/>
              </a:rPr>
              <a:t>Receber o disco
na área de gol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65760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09560" y="3657600"/>
            <a:ext cx="3383280" cy="594360"/>
          </a:xfrm>
          <a:prstGeom prst="round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703320"/>
            <a:ext cx="3383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🤝  Sem juiz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389120"/>
            <a:ext cx="3383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62A3A"/>
                </a:solidFill>
                <a:latin typeface="Calibri"/>
              </a:rPr>
              <a:t>Os jogadores
resolvem as faltas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1417320"/>
            <a:ext cx="3200400" cy="320040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6760" y="1920240"/>
            <a:ext cx="2194560" cy="219456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240280"/>
            <a:ext cx="3200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162A3A"/>
                </a:solidFill>
                <a:latin typeface="Calibri"/>
              </a:rPr>
              <a:t>🥏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35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5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5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5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35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Origem e história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62A3A"/>
                </a:solidFill>
                <a:latin typeface="Calibri"/>
              </a:rPr>
              <a:t>O esporte começou como uma brincadeira universitária nos Estados Unidos e evoluiu para uma atividade competitiva praticada em vários países do mundo.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26080"/>
            <a:ext cx="107899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26080"/>
            <a:ext cx="164592" cy="31089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2C4A"/>
                </a:solidFill>
                <a:latin typeface="Calibri"/>
              </a:rPr>
              <a:t>📜 De onde vem o nome "Frisbee"?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0241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62A3A"/>
                </a:solidFill>
                <a:latin typeface="Calibri"/>
              </a:rPr>
              <a:t>Ele se inspirou em formas antigas de arremessar discos, mas ficou famoso nos EUA nos anos 1940. O nome veio da empresa de tortas "Frisbie Pie Company": os estudantes jogavam as formas de torta vazias gritando "Frisbie!".
Depois, a empresa Wham-O criou o disco de plástico moderno e mudou a escrita para "Frisbee" — como conhecemos hoje.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4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4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4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O campo de jogo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011680"/>
            <a:ext cx="9784080" cy="32918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011680"/>
            <a:ext cx="1645920" cy="3291840"/>
          </a:xfrm>
          <a:prstGeom prst="rect">
            <a:avLst/>
          </a:prstGeom>
          <a:solidFill>
            <a:srgbClr val="1F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0" y="2011680"/>
            <a:ext cx="1645920" cy="3291840"/>
          </a:xfrm>
          <a:prstGeom prst="rect">
            <a:avLst/>
          </a:prstGeom>
          <a:solidFill>
            <a:srgbClr val="1F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2011680"/>
            <a:ext cx="381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2011680"/>
            <a:ext cx="381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148840"/>
            <a:ext cx="381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2560320"/>
            <a:ext cx="381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971800"/>
            <a:ext cx="381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3383280"/>
            <a:ext cx="381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3794760"/>
            <a:ext cx="381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206240"/>
            <a:ext cx="381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617720"/>
            <a:ext cx="381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5029200"/>
            <a:ext cx="381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3429000"/>
            <a:ext cx="457200" cy="45720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1965960"/>
            <a:ext cx="16459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ÁREA
DE GOL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011680"/>
            <a:ext cx="6492240" cy="32918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CAMPO CENTRAL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65960"/>
            <a:ext cx="16459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ÁREA
DE GOL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62A3A"/>
                </a:solidFill>
                <a:latin typeface="Calibri"/>
              </a:rPr>
              <a:t>Pode ser jogado em grama, areia ou quadras adaptadas. Pontua-se quando um jogador recebe o disco dentro da área de gol adversária.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25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5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5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25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5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5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5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5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Regras básicas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830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O objetivo é chegar à área de pontuação do adversário recebendo o disco.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32888"/>
            <a:ext cx="502920" cy="50292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32888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Quem está com o frisbee NÃO pode correr — só pode passar.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82696"/>
            <a:ext cx="502920" cy="50292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826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82696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Cada equipe joga normalmente com 7 jogadores em campo.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032504"/>
            <a:ext cx="502920" cy="50292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3250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3250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O disco passa para o outro time se cair no chão ou for interceptado.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782312"/>
            <a:ext cx="502920" cy="50292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823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Pontua-se quando um jogador recebe o disco dentro da área de gol adversária.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532120"/>
            <a:ext cx="502920" cy="50292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53212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Não é permitido contato físico forte entre os jogadores.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3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30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3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3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3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3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3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3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3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Como o jogo acontece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FF8C1A"/>
                </a:solidFill>
              </a:rPr>
              <a:t>●  </a:t>
            </a:r>
            <a:r>
              <a:rPr sz="1900">
                <a:solidFill>
                  <a:srgbClr val="162A3A"/>
                </a:solidFill>
                <a:latin typeface="Calibri"/>
              </a:rPr>
              <a:t>O jogo começa com um lançamento chamado "pull" (parecido com a saída do futebol).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FF8C1A"/>
                </a:solidFill>
              </a:rPr>
              <a:t>●  </a:t>
            </a:r>
            <a:r>
              <a:rPr sz="1900">
                <a:solidFill>
                  <a:srgbClr val="162A3A"/>
                </a:solidFill>
                <a:latin typeface="Calibri"/>
              </a:rPr>
              <a:t>Quem está com o disco tem cerca de 10 segundos para passar.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FF8C1A"/>
                </a:solidFill>
              </a:rPr>
              <a:t>●  </a:t>
            </a:r>
            <a:r>
              <a:rPr sz="1900">
                <a:solidFill>
                  <a:srgbClr val="162A3A"/>
                </a:solidFill>
                <a:latin typeface="Calibri"/>
              </a:rPr>
              <a:t>Se o disco sair do campo, a posse vai para o outro time.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FF8C1A"/>
                </a:solidFill>
              </a:rPr>
              <a:t>●  </a:t>
            </a:r>
            <a:r>
              <a:rPr sz="1900">
                <a:solidFill>
                  <a:srgbClr val="162A3A"/>
                </a:solidFill>
                <a:latin typeface="Calibri"/>
              </a:rPr>
              <a:t>Após cada ponto, os times trocam de lado no campo.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FF8C1A"/>
                </a:solidFill>
              </a:rPr>
              <a:t>●  </a:t>
            </a:r>
            <a:r>
              <a:rPr sz="1900">
                <a:solidFill>
                  <a:srgbClr val="162A3A"/>
                </a:solidFill>
                <a:latin typeface="Calibri"/>
              </a:rPr>
              <a:t>As substituições normalmente acontecem depois de um ponto ser marcado.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FF8C1A"/>
                </a:solidFill>
              </a:rPr>
              <a:t>●  </a:t>
            </a:r>
            <a:r>
              <a:rPr sz="1900">
                <a:solidFill>
                  <a:srgbClr val="162A3A"/>
                </a:solidFill>
                <a:latin typeface="Calibri"/>
              </a:rPr>
              <a:t>Se dois jogadores pegam o disco ao mesmo tempo, a posse fica com o ataque.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FF8C1A"/>
                </a:solidFill>
              </a:rPr>
              <a:t>●  </a:t>
            </a:r>
            <a:r>
              <a:rPr sz="1900">
                <a:solidFill>
                  <a:srgbClr val="162A3A"/>
                </a:solidFill>
                <a:latin typeface="Calibri"/>
              </a:rPr>
              <a:t>Vence quem chega primeiro à pontuação definida (geralmente 15 pontos).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35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5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097280"/>
            <a:ext cx="3657600" cy="36576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297680"/>
            <a:ext cx="3657600" cy="365760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C43D"/>
                </a:solidFill>
                <a:latin typeface="Calibri"/>
              </a:rPr>
              <a:t>🤝 O Espírito do Jogo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418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O Frisbee é conhecido por não ter árbitros na maioria das partidas: os próprios jogadores resolvem as faltas e discordâncias.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C43D"/>
                </a:solidFill>
                <a:latin typeface="Calibri"/>
              </a:rPr>
              <a:t>Por isso o esporte valoriza o respeito, a honestidade e o fair play entre todos os jogadores.</a:t>
            </a:r>
          </a:p>
        </p:txBody>
      </p:sp>
    </p:spTree>
  </p:cSld>
  <p:clrMapOvr>
    <a:masterClrMapping/>
  </p:clrMapOvr>
  <p:transition spd="med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5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5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Modalidades do Frisbee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3832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2240280"/>
            <a:ext cx="1097280" cy="109728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240280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162A3A"/>
                </a:solidFill>
                <a:latin typeface="Calibri"/>
              </a:rPr>
              <a:t>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F2C4A"/>
                </a:solidFill>
                <a:latin typeface="Calibri"/>
              </a:rPr>
              <a:t>Ultimate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62A3A"/>
                </a:solidFill>
                <a:latin typeface="Calibri"/>
              </a:rPr>
              <a:t>Jogo coletivo de passes
entre duas equipes, o
mais popular de todos.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3832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0" y="2240280"/>
            <a:ext cx="1097280" cy="109728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240280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162A3A"/>
                </a:solidFill>
                <a:latin typeface="Calibri"/>
              </a:rPr>
              <a:t>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F2C4A"/>
                </a:solidFill>
                <a:latin typeface="Calibri"/>
              </a:rPr>
              <a:t>Disc Golf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1148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62A3A"/>
                </a:solidFill>
                <a:latin typeface="Calibri"/>
              </a:rPr>
              <a:t>Como o golfe, mas o
disco é arremessado em
direção a uma cesta.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3832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89720" y="2240280"/>
            <a:ext cx="1097280" cy="109728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240280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162A3A"/>
                </a:solidFill>
                <a:latin typeface="Calibri"/>
              </a:rPr>
              <a:t>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4747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F2C4A"/>
                </a:solidFill>
                <a:latin typeface="Calibri"/>
              </a:rPr>
              <a:t>Freestyle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11480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62A3A"/>
                </a:solidFill>
                <a:latin typeface="Calibri"/>
              </a:rPr>
              <a:t>Manobras, truques e
acrobacias feitas com
o disco no ar.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4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4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4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Por que praticar?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Melhora os reflexos e a coordenação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24912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24912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Trabalha o corpo todo e o condicionamento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21024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21024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21024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Estimula o trabalho em equipe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17136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17136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17136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Ensina respeito e fair 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13248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13248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13248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Pode ser jogado ao ar livre, com poucos materiais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3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30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Curiosidades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O disco pode ultrapassar 100 km/h dependendo do lançamento.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24912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24912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Existe campeonato mundial do esporte.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21024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21024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21024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Cachorros também competem em provas com o disco!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17136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17136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17136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Ajuda nos reflexos, na coordenação e no trabalho em equipe.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13248"/>
            <a:ext cx="105156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13248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13248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É praticado em vários países ao redor do mundo.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30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30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37760" y="1371600"/>
            <a:ext cx="2286000" cy="228600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85232" y="1719072"/>
            <a:ext cx="1591056" cy="1591056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96596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162A3A"/>
                </a:solidFill>
                <a:latin typeface="Calibri"/>
              </a:rPr>
              <a:t>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Obrigado pela atenção!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C43D"/>
                </a:solidFill>
                <a:latin typeface="Calibri"/>
              </a:rPr>
              <a:t>Nicolas  •  Felipe  •  André  •  Lucas  •  Ruan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45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45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45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00000" y="100000"/>
                                    </p:animScale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